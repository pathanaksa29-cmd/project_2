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852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24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282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40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1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18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23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277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757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19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620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72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b="1" i="1" dirty="0"/>
              <a:t>Advanced Calculator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75429" y="3738595"/>
            <a:ext cx="5618515" cy="977621"/>
          </a:xfrm>
        </p:spPr>
        <p:txBody>
          <a:bodyPr>
            <a:noAutofit/>
          </a:bodyPr>
          <a:lstStyle/>
          <a:p>
            <a:r>
              <a:rPr sz="2000" dirty="0"/>
              <a:t>Python </a:t>
            </a:r>
            <a:r>
              <a:rPr sz="2000" dirty="0" err="1"/>
              <a:t>Tkinter</a:t>
            </a:r>
            <a:r>
              <a:rPr sz="2000" dirty="0"/>
              <a:t> GUI Based Calculator</a:t>
            </a:r>
          </a:p>
          <a:p>
            <a:r>
              <a:rPr sz="2000" dirty="0"/>
              <a:t>File Name: ad_calculator.py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400" dirty="0"/>
              <a:t>GUI Based Advanced Calculator</a:t>
            </a:r>
          </a:p>
          <a:p>
            <a:pPr lvl="1"/>
            <a:r>
              <a:rPr sz="2400" dirty="0"/>
              <a:t>Developed using Python and </a:t>
            </a:r>
            <a:r>
              <a:rPr sz="2400" dirty="0" err="1"/>
              <a:t>Tkinter</a:t>
            </a:r>
            <a:endParaRPr sz="2400" dirty="0"/>
          </a:p>
          <a:p>
            <a:pPr lvl="1"/>
            <a:r>
              <a:rPr sz="2400" dirty="0"/>
              <a:t>Stylish Dark Theme Interface</a:t>
            </a:r>
          </a:p>
          <a:p>
            <a:pPr lvl="1"/>
            <a:r>
              <a:rPr sz="2400" dirty="0"/>
              <a:t>Supports Basic &amp; Advanced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400" dirty="0"/>
              <a:t>Python 3</a:t>
            </a:r>
          </a:p>
          <a:p>
            <a:pPr lvl="1"/>
            <a:r>
              <a:rPr sz="2400" dirty="0" err="1"/>
              <a:t>Tkinter</a:t>
            </a:r>
            <a:r>
              <a:rPr sz="2400" dirty="0"/>
              <a:t> (GUI Framework)</a:t>
            </a:r>
          </a:p>
          <a:p>
            <a:pPr lvl="1"/>
            <a:r>
              <a:rPr sz="2400" dirty="0"/>
              <a:t>Math Module</a:t>
            </a:r>
          </a:p>
          <a:p>
            <a:pPr lvl="1"/>
            <a:r>
              <a:rPr sz="2400" dirty="0" err="1"/>
              <a:t>MessageBox</a:t>
            </a:r>
            <a:r>
              <a:rPr sz="2400" dirty="0"/>
              <a:t> for Error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400" dirty="0"/>
              <a:t>Basic Operations: +, -, *, /, %</a:t>
            </a:r>
          </a:p>
          <a:p>
            <a:pPr lvl="1"/>
            <a:r>
              <a:rPr sz="2400" dirty="0"/>
              <a:t>Power Function (^) using **</a:t>
            </a:r>
          </a:p>
          <a:p>
            <a:pPr lvl="1"/>
            <a:r>
              <a:rPr sz="2400" dirty="0"/>
              <a:t>Square Root (√)</a:t>
            </a:r>
          </a:p>
          <a:p>
            <a:pPr lvl="1"/>
            <a:r>
              <a:rPr sz="2400" dirty="0"/>
              <a:t>Cube Root (∛)</a:t>
            </a:r>
          </a:p>
          <a:p>
            <a:pPr lvl="1"/>
            <a:r>
              <a:rPr sz="2400" dirty="0"/>
              <a:t>Clear (C) Function</a:t>
            </a:r>
          </a:p>
          <a:p>
            <a:pPr lvl="1"/>
            <a:r>
              <a:rPr sz="2400" dirty="0"/>
              <a:t>Error Handling for Invalid Expressions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400" dirty="0"/>
              <a:t>Main Window Configuration</a:t>
            </a:r>
          </a:p>
          <a:p>
            <a:pPr lvl="1"/>
            <a:r>
              <a:rPr sz="2400" dirty="0"/>
              <a:t>Display Entry Field</a:t>
            </a:r>
          </a:p>
          <a:p>
            <a:pPr lvl="1"/>
            <a:r>
              <a:rPr sz="2400" dirty="0"/>
              <a:t>Button Grid Layout</a:t>
            </a:r>
          </a:p>
          <a:p>
            <a:pPr lvl="1"/>
            <a:r>
              <a:rPr sz="2400" dirty="0"/>
              <a:t>Event Handling Functions</a:t>
            </a:r>
          </a:p>
          <a:p>
            <a:pPr lvl="1"/>
            <a:r>
              <a:rPr sz="2400" dirty="0"/>
              <a:t>Calculation using eval()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400" dirty="0"/>
              <a:t>click() → Handles Button Input</a:t>
            </a:r>
          </a:p>
          <a:p>
            <a:pPr lvl="1"/>
            <a:r>
              <a:rPr sz="2400" dirty="0"/>
              <a:t>clear() → Clears Display</a:t>
            </a:r>
          </a:p>
          <a:p>
            <a:pPr lvl="1"/>
            <a:r>
              <a:rPr sz="2400" dirty="0"/>
              <a:t>calculate() → Evaluates Expression</a:t>
            </a:r>
          </a:p>
          <a:p>
            <a:pPr lvl="1"/>
            <a:r>
              <a:rPr sz="2400" dirty="0" err="1"/>
              <a:t>square_root</a:t>
            </a:r>
            <a:r>
              <a:rPr sz="2400" dirty="0"/>
              <a:t>() → Calculates √</a:t>
            </a:r>
          </a:p>
          <a:p>
            <a:pPr lvl="1"/>
            <a:r>
              <a:rPr sz="2400" dirty="0" err="1"/>
              <a:t>cube_root</a:t>
            </a:r>
            <a:r>
              <a:rPr sz="2400" dirty="0"/>
              <a:t>() → Calculates 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400" dirty="0"/>
              <a:t>User Clicks Button</a:t>
            </a:r>
          </a:p>
          <a:p>
            <a:pPr lvl="1"/>
            <a:r>
              <a:rPr sz="2400" dirty="0"/>
              <a:t>Expression Stored as String</a:t>
            </a:r>
          </a:p>
          <a:p>
            <a:pPr lvl="1"/>
            <a:r>
              <a:rPr sz="2400" dirty="0"/>
              <a:t>eval() Evaluates Expression</a:t>
            </a:r>
          </a:p>
          <a:p>
            <a:pPr lvl="1"/>
            <a:r>
              <a:rPr sz="2400" dirty="0"/>
              <a:t>Result Displayed in Entry Field</a:t>
            </a:r>
          </a:p>
          <a:p>
            <a:pPr lvl="1"/>
            <a:r>
              <a:rPr sz="2400" dirty="0"/>
              <a:t>Errors Handled using try-except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400" dirty="0"/>
              <a:t>User-Friendly Interface</a:t>
            </a:r>
          </a:p>
          <a:p>
            <a:pPr lvl="1"/>
            <a:r>
              <a:rPr sz="2400" dirty="0"/>
              <a:t>Stylish Professional Design</a:t>
            </a:r>
          </a:p>
          <a:p>
            <a:pPr lvl="1"/>
            <a:r>
              <a:rPr sz="2400" dirty="0"/>
              <a:t>Handles Errors Gracefully</a:t>
            </a:r>
          </a:p>
          <a:p>
            <a:pPr lvl="1"/>
            <a:r>
              <a:rPr sz="2400" dirty="0"/>
              <a:t>Expandable for More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400" dirty="0"/>
              <a:t>Add History Panel</a:t>
            </a:r>
          </a:p>
          <a:p>
            <a:pPr lvl="1"/>
            <a:r>
              <a:rPr sz="2400" dirty="0"/>
              <a:t>Add Keyboard Support</a:t>
            </a:r>
          </a:p>
          <a:p>
            <a:pPr lvl="1"/>
            <a:r>
              <a:rPr sz="2400" dirty="0"/>
              <a:t>Add Memory Functions (M+, M-)</a:t>
            </a:r>
          </a:p>
          <a:p>
            <a:pPr lvl="1"/>
            <a:r>
              <a:rPr sz="2400" dirty="0"/>
              <a:t>Improve Security (Safer eval Alternative)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400" dirty="0"/>
              <a:t>Successfully Built Advanced GUI Calculator</a:t>
            </a:r>
          </a:p>
          <a:p>
            <a:pPr lvl="1"/>
            <a:r>
              <a:rPr sz="2400" dirty="0"/>
              <a:t>Demonstrates Python GUI Development Skills</a:t>
            </a:r>
          </a:p>
          <a:p>
            <a:pPr lvl="1"/>
            <a:r>
              <a:rPr sz="2400" dirty="0"/>
              <a:t>Good Project for Interviews &amp; 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</TotalTime>
  <Words>212</Words>
  <Application>Microsoft Office PowerPoint</Application>
  <PresentationFormat>On-screen Show (4:3)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Advanced Calculator Project</vt:lpstr>
      <vt:lpstr>Project Overview</vt:lpstr>
      <vt:lpstr>Technologies Used</vt:lpstr>
      <vt:lpstr>Features of Calculator</vt:lpstr>
      <vt:lpstr>Code Structure</vt:lpstr>
      <vt:lpstr>Important Functions</vt:lpstr>
      <vt:lpstr>Working Logic</vt:lpstr>
      <vt:lpstr>Advantages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Musab Mirza</cp:lastModifiedBy>
  <cp:revision>2</cp:revision>
  <dcterms:created xsi:type="dcterms:W3CDTF">2013-01-27T09:14:16Z</dcterms:created>
  <dcterms:modified xsi:type="dcterms:W3CDTF">2026-02-16T10:24:43Z</dcterms:modified>
  <cp:category/>
</cp:coreProperties>
</file>